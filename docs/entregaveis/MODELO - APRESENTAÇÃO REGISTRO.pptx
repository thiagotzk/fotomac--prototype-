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57" r:id="rId7"/>
    <p:sldId id="258" r:id="rId8"/>
    <p:sldId id="292" r:id="rId9"/>
    <p:sldId id="293" r:id="rId10"/>
    <p:sldId id="286" r:id="rId11"/>
    <p:sldId id="288" r:id="rId12"/>
    <p:sldId id="289" r:id="rId13"/>
    <p:sldId id="295" r:id="rId14"/>
    <p:sldId id="26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98A11-1515-0D8E-B178-7EB4942ACC4B}" v="1" dt="2026-10-08T21:34:23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11/10/2026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2CA7-24AB-FA98-4CC7-B486DCD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0227BF-A2B3-7ABC-69E4-C2D41C53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16235A-7627-8500-DBAB-495B78CC9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53A344-F74E-B17C-B7A1-F8F86B4C9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70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274618" y="4551452"/>
            <a:ext cx="7044545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AUTOR(A)</a:t>
            </a:r>
            <a:r>
              <a:rPr lang="pt-BR" sz="18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Seu nome</a:t>
            </a:r>
          </a:p>
          <a:p>
            <a:pPr algn="ctr"/>
            <a:r>
              <a:rPr lang="pt-BR" b="1" spc="-1" dirty="0">
                <a:solidFill>
                  <a:srgbClr val="000000"/>
                </a:solidFill>
                <a:ea typeface="Georgia"/>
              </a:rPr>
              <a:t>AUTOR(A)</a:t>
            </a:r>
            <a:r>
              <a:rPr lang="pt-BR" spc="-1" dirty="0">
                <a:solidFill>
                  <a:srgbClr val="000000"/>
                </a:solidFill>
                <a:ea typeface="Georgia"/>
              </a:rPr>
              <a:t>: Nome do outro aluno</a:t>
            </a:r>
            <a:endParaRPr lang="pt-BR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ORIENTADOR</a:t>
            </a:r>
            <a:r>
              <a:rPr lang="pt-BR" sz="18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Prof. Me. Nome Orientador</a:t>
            </a:r>
            <a:endParaRPr lang="pt-BR" sz="1800" b="0" strike="noStrike" spc="-1" dirty="0">
              <a:latin typeface="Arial"/>
            </a:endParaRPr>
          </a:p>
          <a:p>
            <a:pPr algn="ctr"/>
            <a:r>
              <a:rPr lang="pt-BR" b="1" spc="-1" dirty="0">
                <a:solidFill>
                  <a:srgbClr val="000000"/>
                </a:solidFill>
                <a:ea typeface="Georgia"/>
              </a:rPr>
              <a:t>COORIENTADOR</a:t>
            </a:r>
            <a:r>
              <a:rPr lang="pt-BR" spc="-1" dirty="0">
                <a:solidFill>
                  <a:srgbClr val="000000"/>
                </a:solidFill>
                <a:ea typeface="Georgia"/>
              </a:rPr>
              <a:t>: Prof. Me. Nome Orientador</a:t>
            </a:r>
          </a:p>
          <a:p>
            <a:pPr algn="ctr"/>
            <a:r>
              <a:rPr lang="pt-BR" b="1" spc="-1" dirty="0">
                <a:solidFill>
                  <a:srgbClr val="000000"/>
                </a:solidFill>
              </a:rPr>
              <a:t>STAKEHOLDERS:</a:t>
            </a:r>
            <a:r>
              <a:rPr lang="pt-BR" spc="-1" dirty="0">
                <a:solidFill>
                  <a:srgbClr val="000000"/>
                </a:solidFill>
              </a:rPr>
              <a:t> </a:t>
            </a:r>
            <a:r>
              <a:rPr lang="pt-BR" spc="-1" dirty="0" err="1">
                <a:solidFill>
                  <a:srgbClr val="000000"/>
                </a:solidFill>
              </a:rPr>
              <a:t>Prof</a:t>
            </a:r>
            <a:r>
              <a:rPr lang="pt-BR" spc="-1" dirty="0">
                <a:solidFill>
                  <a:srgbClr val="000000"/>
                </a:solidFill>
              </a:rPr>
              <a:t> e cliente dono do projeto</a:t>
            </a:r>
            <a:endParaRPr lang="pt-BR" spc="-1" dirty="0"/>
          </a:p>
          <a:p>
            <a:pPr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1640" y="2205000"/>
            <a:ext cx="856872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3600" b="1" strike="noStrike" spc="-1" dirty="0">
                <a:solidFill>
                  <a:srgbClr val="000000"/>
                </a:solidFill>
                <a:latin typeface="Arial"/>
                <a:ea typeface="Calibri"/>
              </a:rPr>
              <a:t>TITULO: </a:t>
            </a:r>
            <a:r>
              <a:rPr lang="pt-BR" sz="3600" strike="noStrike" spc="-1" dirty="0">
                <a:solidFill>
                  <a:srgbClr val="000000"/>
                </a:solidFill>
                <a:latin typeface="Arial"/>
                <a:ea typeface="Calibri"/>
              </a:rPr>
              <a:t>SUBTITULO CASO HAJA</a:t>
            </a:r>
            <a:endParaRPr lang="pt-BR" sz="36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Introdução</a:t>
            </a:r>
            <a:endParaRPr lang="pt-BR" sz="2800" b="0" strike="noStrike" spc="-1" dirty="0">
              <a:latin typeface="Arial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>
                <a:solidFill>
                  <a:srgbClr val="000000"/>
                </a:solidFill>
                <a:latin typeface="Segoe UI"/>
              </a:rPr>
              <a:t>Informações</a:t>
            </a:r>
            <a:endParaRPr lang="pt-BR" sz="2800" b="0" strike="noStrike" spc="-1" dirty="0">
              <a:latin typeface="Arial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Metodologia e Desenvolvimento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Resultados Parciais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</a:rPr>
              <a:t>Referências</a:t>
            </a: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109800" indent="-792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ROTEIRO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902036" y="1914120"/>
            <a:ext cx="2535382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Apresente o que será feito, mas evite perder muito tempo aqui.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3490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Apresente o problema</a:t>
            </a:r>
            <a:endParaRPr lang="pt-BR" sz="2800" b="0" strike="noStrike" spc="-1" dirty="0">
              <a:latin typeface="Arial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  <a:ea typeface="Georgia"/>
              </a:rPr>
              <a:t>Um pouco de dados</a:t>
            </a:r>
            <a:endParaRPr lang="pt-BR" sz="2800" spc="-1" dirty="0">
              <a:solidFill>
                <a:srgbClr val="000000"/>
              </a:solidFill>
              <a:latin typeface="Segoe UI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A possível solução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</a:rPr>
              <a:t>Seja claro, demonstrando a importância do seu trabalho</a:t>
            </a:r>
            <a:endParaRPr lang="pt-BR" sz="2800" b="0" strike="noStrike" spc="-1" dirty="0">
              <a:latin typeface="Arial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109800" indent="-792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INTRODUÇÃO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571820" y="1899021"/>
            <a:ext cx="396240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Ao criar, pode adicionar textos, mas sempre dê preferência por tópicos.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571820" y="3313429"/>
            <a:ext cx="396240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Evite criar textos com mais de 3 linhas.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Informações do Software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Linguagem de Programação: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 </a:t>
            </a:r>
            <a:r>
              <a:rPr lang="pt-BR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(caso haja)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Resumo da Aplicabilidade do Software: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 problema o software pretende resolver: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Framework: </a:t>
            </a:r>
            <a:r>
              <a:rPr lang="pt-BR" sz="160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(caso haja)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endParaRPr lang="pt-BR" sz="2000" spc="-1" dirty="0">
              <a:solidFill>
                <a:srgbClr val="000000"/>
              </a:solidFill>
              <a:latin typeface="Segoe UI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endParaRPr lang="pt-BR" sz="2000" strike="noStrike" spc="-1" dirty="0">
              <a:latin typeface="Arial"/>
            </a:endParaRPr>
          </a:p>
          <a:p>
            <a:pPr marL="559080" lvl="1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559080" lvl="1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101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109800" indent="-792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Metodologia e Desenvolvimento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55BD0D4C-585C-489A-9591-CF49A9D6FD5E}"/>
              </a:ext>
            </a:extLst>
          </p:cNvPr>
          <p:cNvSpPr/>
          <p:nvPr/>
        </p:nvSpPr>
        <p:spPr>
          <a:xfrm>
            <a:off x="457380" y="1745496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Apresentar brevemente as tecnologias e como está sendo desenvolvido o software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</a:rPr>
              <a:t>Pode por diagramas, imagens..., vídeos...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Falar de frameworks, linguagens, requisitos...</a:t>
            </a: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109800" indent="-792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Vídeo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1055" y="2202873"/>
            <a:ext cx="8257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Pode usar vídeo?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Caso você desenvolveu algo, é interessante que grave um vídeo para demonstrar o sistema rodando.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Isso pode evitar que erros no sistema aconteçam durante a apresentação do TCC</a:t>
            </a:r>
          </a:p>
        </p:txBody>
      </p:sp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Vídeo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1055" y="2202873"/>
            <a:ext cx="825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Você pode gravar seu aplicativo direto pelo PowerPoint na aba de Inserir: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61" y="2926910"/>
            <a:ext cx="5358157" cy="17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55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Resultados Parciais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882560" y="2355273"/>
            <a:ext cx="4100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Etapas Pendentes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Ajuste de Layout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Recurso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Relatórios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...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241635" y="122452"/>
            <a:ext cx="278476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Esse slide só existe na </a:t>
            </a:r>
            <a:r>
              <a:rPr lang="pt-BR" dirty="0" err="1"/>
              <a:t>pré</a:t>
            </a:r>
            <a:r>
              <a:rPr lang="pt-BR" dirty="0"/>
              <a:t>-banca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346052" y="2355273"/>
            <a:ext cx="4100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Etapas Concluídas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Gerenciador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Integração com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79B7-C1B3-7736-FB6D-E66031C4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>
            <a:extLst>
              <a:ext uri="{FF2B5EF4-FFF2-40B4-BE49-F238E27FC236}">
                <a16:creationId xmlns:a16="http://schemas.microsoft.com/office/drawing/2014/main" id="{3192A28B-CFC7-ACD1-0130-B2F63C58CBC0}"/>
              </a:ext>
            </a:extLst>
          </p:cNvPr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Conclusão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3796C4-88DF-7CC4-9B1E-16BEF821484E}"/>
              </a:ext>
            </a:extLst>
          </p:cNvPr>
          <p:cNvSpPr txBox="1"/>
          <p:nvPr/>
        </p:nvSpPr>
        <p:spPr>
          <a:xfrm>
            <a:off x="471055" y="2202873"/>
            <a:ext cx="82573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que foi realizado?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Quais foram as contribuições?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Há trabalhos futuros?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849958-A36B-6229-24E0-343F4E943149}"/>
              </a:ext>
            </a:extLst>
          </p:cNvPr>
          <p:cNvSpPr txBox="1"/>
          <p:nvPr/>
        </p:nvSpPr>
        <p:spPr>
          <a:xfrm>
            <a:off x="5652655" y="1914120"/>
            <a:ext cx="278476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Se já for a banca final, adicione a sua conclusão</a:t>
            </a:r>
          </a:p>
        </p:txBody>
      </p:sp>
    </p:spTree>
    <p:extLst>
      <p:ext uri="{BB962C8B-B14F-4D97-AF65-F5344CB8AC3E}">
        <p14:creationId xmlns:p14="http://schemas.microsoft.com/office/powerpoint/2010/main" val="288262355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REFERÊNCIAS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0" y="1843152"/>
            <a:ext cx="9143640" cy="4824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179280">
              <a:lnSpc>
                <a:spcPct val="80000"/>
              </a:lnSpc>
            </a:pPr>
            <a:endParaRPr lang="pt-BR" sz="1800" b="0" strike="noStrike" spc="-1" dirty="0">
              <a:latin typeface="Arial"/>
            </a:endParaRPr>
          </a:p>
          <a:p>
            <a:pPr marL="365760" indent="-179280">
              <a:lnSpc>
                <a:spcPct val="100000"/>
              </a:lnSpc>
            </a:pPr>
            <a:endParaRPr lang="pt-BR" sz="1800" b="0" strike="noStrike" spc="-1" dirty="0">
              <a:latin typeface="Arial"/>
            </a:endParaRPr>
          </a:p>
          <a:p>
            <a:pPr marL="472230" indent="-285750">
              <a:buFont typeface="Arial" panose="020B0604020202020204" pitchFamily="34" charset="0"/>
              <a:buChar char="•"/>
            </a:pPr>
            <a:r>
              <a:rPr lang="pt-BR" dirty="0"/>
              <a:t>Deve ser inserido igual as noras da ABNT</a:t>
            </a:r>
          </a:p>
          <a:p>
            <a:pPr marL="365760" indent="-179280"/>
            <a:endParaRPr lang="pt-BR" dirty="0"/>
          </a:p>
          <a:p>
            <a:pPr marL="472230" indent="-285750">
              <a:buFont typeface="Arial" panose="020B0604020202020204" pitchFamily="34" charset="0"/>
              <a:buChar char="•"/>
            </a:pPr>
            <a:r>
              <a:rPr lang="pt-BR" dirty="0"/>
              <a:t>Porém só entra as referências do que for citado no slide (Se não foi citado no slide, não entra aqui).</a:t>
            </a:r>
          </a:p>
          <a:p>
            <a:pPr marL="365760" indent="-179280">
              <a:lnSpc>
                <a:spcPct val="100000"/>
              </a:lnSpc>
            </a:pPr>
            <a:endParaRPr lang="pt-BR" sz="1400" b="0" strike="noStrike" spc="-1" dirty="0">
              <a:latin typeface="Arial"/>
            </a:endParaRPr>
          </a:p>
          <a:p>
            <a:pPr marL="365760" indent="-179280">
              <a:lnSpc>
                <a:spcPct val="100000"/>
              </a:lnSpc>
            </a:pPr>
            <a:r>
              <a:rPr lang="pt-BR" sz="1400" spc="-1" dirty="0">
                <a:latin typeface="Arial"/>
              </a:rPr>
              <a:t>	</a:t>
            </a:r>
            <a:endParaRPr lang="pt-BR" sz="1400" b="0" strike="noStrike" spc="-1" dirty="0">
              <a:latin typeface="Arial"/>
            </a:endParaRPr>
          </a:p>
          <a:p>
            <a:pPr marL="365760" indent="-179280" algn="just">
              <a:lnSpc>
                <a:spcPct val="100000"/>
              </a:lnSpc>
            </a:pPr>
            <a:endParaRPr lang="pt-BR" sz="1400" b="0" strike="noStrike" spc="-1" dirty="0">
              <a:latin typeface="Arial"/>
            </a:endParaRPr>
          </a:p>
          <a:p>
            <a:pPr marL="365760" indent="-179280">
              <a:lnSpc>
                <a:spcPct val="80000"/>
              </a:lnSpc>
              <a:spcBef>
                <a:spcPts val="300"/>
              </a:spcBef>
            </a:pPr>
            <a:endParaRPr lang="pt-BR" sz="1400" b="0" strike="noStrike" spc="-1" dirty="0">
              <a:latin typeface="Arial"/>
            </a:endParaRPr>
          </a:p>
          <a:p>
            <a:pPr marL="365760" indent="-179280">
              <a:lnSpc>
                <a:spcPct val="80000"/>
              </a:lnSpc>
              <a:spcBef>
                <a:spcPts val="300"/>
              </a:spcBef>
            </a:pPr>
            <a:endParaRPr lang="pt-BR" sz="1400" b="0" strike="noStrike" spc="-1" dirty="0">
              <a:latin typeface="Arial"/>
            </a:endParaRPr>
          </a:p>
          <a:p>
            <a:pPr marL="365760" indent="-179280">
              <a:lnSpc>
                <a:spcPct val="80000"/>
              </a:lnSpc>
              <a:spcBef>
                <a:spcPts val="300"/>
              </a:spcBef>
            </a:pPr>
            <a:endParaRPr lang="pt-BR" sz="14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3" ma:contentTypeDescription="Crie um novo documento." ma:contentTypeScope="" ma:versionID="8bec0465c7501cd3d888f6be2610cb67">
  <xsd:schema xmlns:xsd="http://www.w3.org/2001/XMLSchema" xmlns:xs="http://www.w3.org/2001/XMLSchema" xmlns:p="http://schemas.microsoft.com/office/2006/metadata/properties" xmlns:ns2="e4279828-8913-4115-a634-e4e0c35d7dd2" targetNamespace="http://schemas.microsoft.com/office/2006/metadata/properties" ma:root="true" ma:fieldsID="54a7b67f5dae4317cf9a3a02e67cce70" ns2:_="">
    <xsd:import namespace="e4279828-8913-4115-a634-e4e0c35d7d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79828-8913-4115-a634-e4e0c35d7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23DAB35-E2BD-4363-88E3-79B23582A1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279828-8913-4115-a634-e4e0c35d7d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337</Words>
  <Application>Microsoft Office PowerPoint</Application>
  <PresentationFormat>Apresentação na tela (4:3)</PresentationFormat>
  <Paragraphs>98</Paragraphs>
  <Slides>10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Carlos W. Gama</cp:lastModifiedBy>
  <cp:revision>85</cp:revision>
  <dcterms:modified xsi:type="dcterms:W3CDTF">2026-10-11T22:28:41Z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